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Data Models Are Critical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how data is structured, related, and understood</a:t>
            </a:r>
          </a:p>
          <a:p>
            <a:r>
              <a:t>Foundation for analytics, apps, and ML</a:t>
            </a:r>
          </a:p>
          <a:p>
            <a:r>
              <a:t>Bad model → bad insights (garbage in, garbage out)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Consistency across teams and systems</a:t>
            </a:r>
          </a:p>
          <a:p>
            <a:r>
              <a:t>Faster development and onboarding</a:t>
            </a:r>
          </a:p>
          <a:p>
            <a:r>
              <a:t>Trustworthy reporting and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Swamp vs Lake vs Lakehouse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Swamp: Unmanaged, low-quality, unusable data</a:t>
            </a:r>
          </a:p>
          <a:p>
            <a:r>
              <a:t>Data Lake: Raw + structured/unstructured storage</a:t>
            </a:r>
          </a:p>
          <a:p>
            <a:r>
              <a:t>Lakehouse: Combines lake flexibility with warehouse 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Swamp (Anti-Pattern)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governance or metadata</a:t>
            </a:r>
          </a:p>
          <a:p>
            <a:r>
              <a:t>Hard to discover or trust data</a:t>
            </a:r>
          </a:p>
          <a:p>
            <a:r>
              <a:t>Becomes unusable over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Lake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structured and unstructured data</a:t>
            </a:r>
          </a:p>
          <a:p>
            <a:r>
              <a:t>Cheap and scalable</a:t>
            </a:r>
          </a:p>
          <a:p>
            <a:r>
              <a:t>Requires tooling for governance and querying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Lakehouse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Adds schema, governance, and performance</a:t>
            </a:r>
          </a:p>
          <a:p>
            <a:r>
              <a:t>Supports BI + ML workloads</a:t>
            </a:r>
          </a:p>
          <a:p>
            <a:r>
              <a:t>Bridges gap between lake and warehouse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Databricks: Lakehouse + Spark + ML</a:t>
            </a:r>
          </a:p>
          <a:p>
            <a:r>
              <a:t>Snowflake: Cloud data warehouse + lake capabilities</a:t>
            </a:r>
          </a:p>
          <a:p>
            <a:r>
              <a:t>Dremio: Query engine + semantic layer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 Good Platform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Ingestion (batch + streaming)</a:t>
            </a:r>
          </a:p>
          <a:p>
            <a:r>
              <a:t>Data Storage (scalable, reliable)</a:t>
            </a:r>
          </a:p>
          <a:p>
            <a:r>
              <a:t>Data Serving (queries, APIs, BI tools)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+ unstructured data support</a:t>
            </a:r>
          </a:p>
          <a:p>
            <a:r>
              <a:t>Schema enforcement and evolution</a:t>
            </a:r>
          </a:p>
          <a:p>
            <a:r>
              <a:t>Data versioning and lineage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RBAC (role-based access control)</a:t>
            </a:r>
          </a:p>
          <a:p>
            <a:r>
              <a:t>Fine-grained access (row/column level)</a:t>
            </a:r>
          </a:p>
          <a:p>
            <a:r>
              <a:t>Auditing and compliance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 query performance</a:t>
            </a:r>
          </a:p>
          <a:p>
            <a:r>
              <a:t>Scalability</a:t>
            </a:r>
          </a:p>
          <a:p>
            <a:r>
              <a:t>Fault tolerance and recovery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data model + right platform = reliable data ecosystem</a:t>
            </a:r>
          </a:p>
          <a:p>
            <a:r>
              <a:t>Weak foundation leads to data swamp and failed initiatives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